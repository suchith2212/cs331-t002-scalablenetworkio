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CS331 COURSE PROJECT | TEAM T002 | PROJECT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Scalable Network I/O: From select to io_uring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TEAM ROSTER:  Suchith (24110313)  |  Rohith (24110303)  |  Harshith (24110091)  |  Hanook (24110378)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</a:defRPr>
            </a:pPr>
            <a:r>
              <a:t>🛑 The C10K Concurrency Crisis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Thread Overhead: Traditional servers spawn 1 OS thread per client -&gt; 8MB stack allocation consumes system RAM.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Context Thrashing: CPU spends more time switching thread contexts than processing network packets.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Throughput Collapse: Systems crash long before saturating physical network bandwidth.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284C7"/>
                </a:solidFill>
              </a:defRPr>
            </a:pPr>
            <a:r>
              <a:t>🎯 Core Project Objectives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Build 5 C Servers: Implement Blocking, select(), poll(), epoll(), and io_uring engines from scratch.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Paradigm Shift: Transition from O(N) synchronous polling to O(1) event queues and zero-syscall completion rings.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Empirical Evaluation: Profile throughput, p99 latency, RAM RSS, and syscall overhead from 10 to 5,000+ connections.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SLIDE 2 | ARCHITECTURE &amp;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Evolution of Linux Socket I/O Multiplexing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1. Blocking Baseline (server_blocking.c)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Thread-per-client model using pthread_create -&gt; High thread stack allocation (~12.4 MB RSS at 5k conns) &amp; CPU context-switching cost.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2. select() Engine (server_select.c)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Synchronous fd_set bitmask multiplexing -&gt; Bitmasks copied to/from kernel every iteration -&gt; HARD CAP: FD_SETSIZE (1024 FDs).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3. poll() Engine (server_poll.c)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Dynamic struct pollfd array -&gt; Removes 1024 cap, but suffers O(N) linear array scanning penalty in kernel and user space.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4. epoll() Engine (server_epoll.c)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O(1) Edge-Triggered (EPOLLET) event queue -&gt; In-kernel Red-Black Tree stores sockets once; interrupts populate an O(1) ready list (~1.5 MB RSS).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5. io_uring Engine (server_uring.c)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Shared lockless Submission (SQ) &amp; Completion (CQ) ring buffers -&gt; Enables ZERO per-I/O system call context switches.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SLIDE 3 | EXTENSION, ISSUES FIXED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Extensions, Fixes &amp; Empirical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284C7"/>
                </a:solidFill>
              </a:defRPr>
            </a:pPr>
            <a:r>
              <a:t>🛠️ Key Engineering Fixes Delivered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asyncio Benchmark Harness: Rebuilt load harness from OS threads to Python asyncio loops, preventing host thread crashes at 5,000 connections.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select() Protection Guard: Added descriptor bounds check (if client_fd &gt;= FD_SETSIZE) to prevent bitmask memory corruption past 1024 sockets.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EPOLLET Buffer Drain: Solved data starvation in Edge-Triggered epoll by looping non-blocking read/accept until EAGAIN/EWOULDBLOCK.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📊 Benchmark Evaluation Summary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Blocking  | 32.3k req/s @ 5k conns | High RAM RSS (~12.4 MB)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select()  | 87.4k req/s @ 1k conns | Exceeded Limit past 1024 FDs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poll()    | 77.3k req/s @ 5k conns | O(N) CPU array scanning penalty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epoll()   | 56.4k req/s @ 5k conns | O(1) Event queue (~1.5 MB RSS)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</a:defRPr>
            </a:pPr>
            <a:r>
              <a:t>• io_uring  | 46.3k req/s @ 5k conns | Zero per-I/O system call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SLIDE 4 | NON-FUNCTIONAL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Non-Functional Testing: Performance, Scalability &amp; 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⚡ Performance (Throughput &amp; Latency)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Peak throughput achieved by poll() and select() at medium load (~123k req/s). Lowest latency variance maintained by epoll() Edge-Triggered mode.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📈 Scalability (10 to 5,000+ Sockets)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select() fails strictly past 1024 file descriptors. poll(), epoll(), and io_uring scale past 5,000 connections seamlessly.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🔒 Reliability &amp; Data Integrity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Achieved 100% pass rate across 5/5 servers on automated correctness suite (test_servers.py) with zero payload corruption and clean TCP socket teardowns.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💾 Memory Footprint Efficiency (RSS)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Thread-per-client baseline consumed ~12.4 MB RSS at high load. epoll() maintained a sleek ~1.5 MB RSS footprint due to in-kernel Red-Black tree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SLIDE 5 | 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Challenges Faced &amp; Technical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284C7"/>
                </a:solidFill>
              </a:defRPr>
            </a:pPr>
            <a:r>
              <a:t>⚠️ Challenge 1: System File Descriptor Resource Limits (ulimit -n)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Fix: Tuned OS kernel limits to ulimit -n 65535 to prevent client load generator connection rejections.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⚠️ Challenge 2: Edge-Triggered Notification Misses in epoll()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Fix: Re-architected read/accept routines into non-blocking loops draining until EAGAIN/EWOULDBLOCK.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⚠️ Challenge 3: Completion Ring State Mapping in io_uring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Fix: Structured conn_info state pointer contexts and implemented batch harvesting via io_uring_peek_batch_cqe.</a:t>
            </a:r>
          </a:p>
          <a:p>
            <a:pPr>
              <a:defRPr sz="1500" b="1">
                <a:solidFill>
                  <a:srgbClr val="0284C7"/>
                </a:solidFill>
              </a:defRPr>
            </a:pPr>
            <a:r>
              <a:t>⚠️ Challenge 4: Harness Host Thread Exhaustion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Fix: Refactored multi-threaded load generator to non-blocking Python asyncio event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