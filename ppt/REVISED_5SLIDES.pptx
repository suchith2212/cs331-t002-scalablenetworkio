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SLIDE 1 | 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Scalable Network I/O: From select to io_uring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Team ID: T002  |  Project ID: 13  |  Members: Suchith (24110313), Rohith (24110303), Harshith (24110091), Hanook (24110378)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Problem Statement (The C10K Challenge)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Traditional Network Servers: Spawn a dedicated OS thread per client connection.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Memory Exhaustion: Thread stack allocations (~8MB default) quickly consume system RAM at scale.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CPU Context Switching Thrashing: Managing thousands of threads causes intense context-switching overhead, destroying CPU cache locality.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Resource Bottleneck: Systems collapse under context-switch overhead long before saturating physical network throughput.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774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Project Objectives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Implementation: Build 5 standalone C TCP Echo Servers comparing Blocking, select(), poll(), epoll(), and io_uring.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Paradigm Shift: Transition from O(N) synchronous readiness notification to O(1) kernel event queues and zero-syscall completion rings.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Empirical Evaluation: Benchmark throughput (req/s), p99 latency, RAM RSS memory, and system call overhead from 10 to 5,000+ conns.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Verification: Ensure 100% data integrity and clean TCP connection teardown.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SLIDE 2 | ARCHITECTURE &amp;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Architecture &amp; Engine Mechanics — Design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72CE"/>
                </a:solidFill>
              </a:defRPr>
            </a:pPr>
            <a:r>
              <a:t>1. Blocking Baseline (server_blocking.c)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Thread-per-client model using pthread_create. Suffers from severe thread stack memory overhead (~12.4 MB RSS at 5k conns) and context switching latency.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2. select() Engine (server_select.c)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Synchronous bitmask multiplexing (fd_set). Hard-capped at FD_SETSIZE (1024). Suffers from O(N) bitmask copying between user and kernel space.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3. poll() Engine (server_poll.c)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Uses dynamic struct pollfd array. Removes 1024 cap, but still requires O(N) linear array scanning in kernel and user space.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4. epoll() Engine (server_epoll.c)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O(1) Edge-Triggered (EPOLLET) event queue. Registers sockets once in an in-kernel Red-Black Tree. Interrupts populate an O(1) ready list.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5. io_uring Engine (server_uring.c)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Lockless Submission Queue (SQ) and Completion Queue (CQ) ring buffers in shared memory. Enables zero-syscall batched asynchronous completion.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SLIDE 3 | EXTENSION, ISSUES FIXED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Extensions Built, Bug Fixes &amp; 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Extensions &amp; Issues Fixed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Custom asyncio Load Harness: Re-architected benchmark harness from OS threads to Python asyncio to prevent host thread exhaustion at 5,000 conns.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select() Buffer Protection: Added bounds checking (if client_fd &gt;= FD_SETSIZE) to prevent memory corruption past 1024 sockets.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EPOLLET Buffer Drain: Solved data starvation in Edge-Triggered epoll by looping non-blocking read/accept until EAGAIN/EWOULDBLOCK.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io_uring CQE Batching: Implemented io_uring_peek_batch_cqe and explicit SQE re-arming for client accept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Empirical Results Table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Blocking  | 10k: 27.4k req/s | 5k: 32.3k req/s (12.4MB RSS)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select()  | 10k: 89.6k req/s | &gt;1024: EXCEEDED LIMIT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poll()    | 10k: 78.5k req/s | 5k: 77.3k req/s (O(N) CPU)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epoll()   | 10k: 75.6k req/s | 5k: 56.4k req/s (1.5MB RSS)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io_uring  | 10k: 65.6k req/s | 5k: 46.3k req/s (0 Syscall)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SLIDE 4 | NON-FUNCTIONAL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Non-Functional Testing Parameters — Performance, Scalability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72CE"/>
                </a:solidFill>
              </a:defRPr>
            </a:pPr>
            <a:r>
              <a:t>1. Performance (Throughput &amp; p99 Latency)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Evaluated throughput (req/s) and 99th percentile latency. select() and poll() achieve high throughput at medium load (~123k req/s), while epoll() maintains lowest latency variance under concurrency.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2. Scalability (Concurrency Capacity)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Tested connection scaling from 10 to 5,000 active persistent connections. select() fails strictly past 1024 descriptors, whereas poll(), epoll(), and io_uring scale past 5,000 connections smoothly.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3. Reliability &amp; Data Integrity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Achieved 100% pass rate across all 5 servers on test_servers.py harness. Zero payload corruption, zero memory leaks, and clean TCP socket teardowns.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4. Memory Footprint Efficiency (RSS)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Thread-per-client baseline consumed ~12.4 MB RSS at high load. epoll() maintained a sleek ~1.5 MB RSS footprint due to in-kernel Red-Black tree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SLIDE 5 | 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Challenges Faced &amp; Key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72CE"/>
                </a:solidFill>
              </a:defRPr>
            </a:pPr>
            <a:r>
              <a:t>1. System Descriptor Resource Limits (ulimit -n)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Challenge: Default OS file descriptor limit (1024) blocked high-concurrency client connections.</a:t>
            </a:r>
            <a:br/>
            <a:r>
              <a:t>Solution: Tuned kernel limits via ulimit -n 65535 prior to running benchmark experiments.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2. Edge-Triggered Notification Misses in epoll()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Challenge: EPOLLET mode stopped firing notifications when unread bytes remained in socket buffers.</a:t>
            </a:r>
            <a:br/>
            <a:r>
              <a:t>Solution: Re-architected read and accept routines into strict non-blocking loops draining until EAGAIN/EWOULDBLOCK.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3. Completion Ring Lifecycle in io_uring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Challenge: Asynchronous SQE preparation and CQE tracking required careful user-data pointer mapping.</a:t>
            </a:r>
            <a:br/>
            <a:r>
              <a:t>Solution: Structured conn_info state contexts and batch harvesting via io_uring_peek_batch_cqe.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4. Harness Host Thread Exhaustion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Challenge: Python multi-threading load generator crashed with 'can't start new thread' at 5,000 connections.</a:t>
            </a:r>
            <a:br/>
            <a:r>
              <a:t>Solution: Refactored harness to Python asyncio non-blocking socket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